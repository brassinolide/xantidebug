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15C99-1ED5-47A0-9B9A-DC30A50F4112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3E23F-C6DF-4286-BD60-C7F39E0EC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88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3E23F-C6DF-4286-BD60-C7F39E0ECEC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10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ECB89-F27D-B649-6C75-2EF0A1389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1B336D-2510-627A-28D8-CAAC0439F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FA69B-BEEF-2031-FFED-DEFDE6E7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777D74-C38D-F83C-ADCB-D9CE2DB3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D9949-E142-7573-9E21-1E865DA3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83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E5463-2EA5-8545-9F4B-49A80B66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A531E-CCCF-DE3B-C086-625827D6D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8878C-A60A-1ED0-E371-FC33F709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16867-54AF-DD37-20E0-4337E162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D8D73-BF8F-82D9-DE37-130643BC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67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635B9-CFF3-5D52-AD11-9B296FD1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E07A03-F38D-51DA-C029-2C2116C07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0356F-CE55-58FF-0D5C-2456345E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B93DF7-5CF6-C2E9-FFF6-AA2DE979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0ECC7E-8A0F-26F0-45DC-AB975890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61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80C80-37AF-00FB-A12D-07102B95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33B937-E533-3D4F-9F64-74168736A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7DBA60-E363-EBCC-7FB9-6EA90AA19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FD59BA-2B36-ACF8-2E6E-C52C1DFE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BE6106-111B-D5B8-4874-A1D07A1B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3F8EC7-CD02-7A05-D7CA-0492616C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3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3D70F-B197-1010-7410-8CC3F1AC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306320-9C2A-273D-74FF-D4187343D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421E32-5B11-9FD5-FFD0-0D50A509C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50568-0068-D100-6380-C9977321A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70204C-248A-317A-BA30-C13390997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61B72D-36C8-8DF4-03EE-E6725837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C55CCF-3602-6403-2C5B-AA8F6DCA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525678-6834-3B25-C3A9-D72A89E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43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0E21E-F648-766A-06F3-ECE9EE5C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A5EDB0-E4B7-A960-528E-D992E379B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80ACF1-0756-F7F4-B9FC-26379993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E4A9BE-8A8F-C3A3-622E-128FBC7C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45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E13F6A-100C-0C6B-BE3D-7EB5BDDE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51AD5E-C895-29CF-58A2-07416B7F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C8A5AD-AA7A-0503-E0EB-8F5B94A8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1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E49FA-8EB1-348D-FF0D-1DF72EEC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310B9-E95C-4AC6-612A-B1C91D3F2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0979E8-4D5F-58EB-BF06-CF71D31B6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B0457-FCBA-708F-2932-AE1262ED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767894-0B94-5A19-EE9D-F087891D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D43063-310B-2B62-13F5-AB2473AC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23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6FB16-912C-A1CA-B924-16F54154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20019C-5DAF-DEA5-42AC-EE4DED861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1BCCA5-9DAD-7A16-503B-D8DA7DD74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5DB39A-8258-0411-B9E2-C4CAF6C0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C8354D-76C0-5D51-94C8-F2A77533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8697DF-B82F-2DF6-FE39-8ED26BB2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94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EBECC-07F3-54CD-FAE7-55A282809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CA9DAC-C588-F074-EA7F-CB903EC04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6F5E0-9726-FA77-8FB9-680464B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A3459D-6F45-4F77-4688-C7F20A92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87B5AF-A7D2-64BB-EA0B-7218BA31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55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1583D8-A5DD-4908-9C55-2B21FB39F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6367B0-858F-F42D-5444-FFD6B834F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A4CC04-478F-F8EF-BBDC-7C45B40B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5B8E2-0E97-BBC3-AAAB-C97C879D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DE4086-A237-A9AB-0D85-EC55E48F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12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9D4D8F-9A00-6E92-0B99-DF621131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C57AB5-2D1D-2C1E-DAB9-76792F05A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404DEB-1899-FAD4-5AB1-DC4673B7E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263FB-2B5F-49E3-B63B-BD5F3352F40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12E27-6870-C609-1C53-2C4D172F0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6E229-6D12-CDB0-5050-AD3C74C8A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94FDD-A04D-4505-ADA0-6A3B365F4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98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595243E-24A5-47D1-1CEC-F5FF9BD6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"/>
            <a:ext cx="12192000" cy="685800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5ACABF-27B6-67BB-38B2-C20D69EEC0B3}"/>
              </a:ext>
            </a:extLst>
          </p:cNvPr>
          <p:cNvSpPr txBox="1"/>
          <p:nvPr/>
        </p:nvSpPr>
        <p:spPr>
          <a:xfrm>
            <a:off x="5433475" y="287026"/>
            <a:ext cx="7897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0000"/>
                </a:solidFill>
                <a:latin typeface="Comic Sans MS" panose="030F0702030302020204" pitchFamily="66" charset="0"/>
              </a:rPr>
              <a:t>Debugger Detected!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2BB655-DF65-B49A-1852-C048E5A3FC41}"/>
              </a:ext>
            </a:extLst>
          </p:cNvPr>
          <p:cNvSpPr txBox="1"/>
          <p:nvPr/>
        </p:nvSpPr>
        <p:spPr>
          <a:xfrm>
            <a:off x="5433475" y="1233782"/>
            <a:ext cx="5122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Detected by</a:t>
            </a:r>
          </a:p>
        </p:txBody>
      </p:sp>
      <p:pic>
        <p:nvPicPr>
          <p:cNvPr id="12" name="图片 11" descr="形状&#10;&#10;AI 生成的内容可能不正确。">
            <a:extLst>
              <a:ext uri="{FF2B5EF4-FFF2-40B4-BE49-F238E27FC236}">
                <a16:creationId xmlns:a16="http://schemas.microsoft.com/office/drawing/2014/main" id="{BE520DB5-C677-D280-D4F4-A5DA278E3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159" y="2825642"/>
            <a:ext cx="6774841" cy="316278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51E2961-F6A1-F08B-3D1C-170261BF6E7E}"/>
              </a:ext>
            </a:extLst>
          </p:cNvPr>
          <p:cNvSpPr txBox="1"/>
          <p:nvPr/>
        </p:nvSpPr>
        <p:spPr>
          <a:xfrm>
            <a:off x="5417160" y="3085205"/>
            <a:ext cx="694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When a debugger is detected, there is a 10% chance of causing a blue screen of death (BSOD) and a 90% chance of this window popping up.</a:t>
            </a:r>
          </a:p>
          <a:p>
            <a:endParaRPr lang="en-US" altLang="zh-CN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Hopefully you'll see this window again next time you're debugging :P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2E5FF3C-86CD-8716-C364-5DA8F52D7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059" y="1945897"/>
            <a:ext cx="5122068" cy="879745"/>
          </a:xfrm>
          <a:prstGeom prst="rect">
            <a:avLst/>
          </a:prstGeom>
        </p:spPr>
      </p:pic>
      <p:pic>
        <p:nvPicPr>
          <p:cNvPr id="35" name="图片 34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AA61E1A8-EDF9-535A-DE63-AB103265EC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3" y="423738"/>
            <a:ext cx="4242814" cy="6010519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81787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51</Words>
  <Application>Microsoft Office PowerPoint</Application>
  <PresentationFormat>宽屏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23</cp:revision>
  <dcterms:created xsi:type="dcterms:W3CDTF">2025-12-03T11:51:03Z</dcterms:created>
  <dcterms:modified xsi:type="dcterms:W3CDTF">2025-12-04T15:13:13Z</dcterms:modified>
</cp:coreProperties>
</file>